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8" r:id="rId4"/>
    <p:sldId id="274" r:id="rId5"/>
    <p:sldId id="273" r:id="rId6"/>
    <p:sldId id="280" r:id="rId7"/>
    <p:sldId id="279" r:id="rId8"/>
    <p:sldId id="276" r:id="rId9"/>
    <p:sldId id="264" r:id="rId10"/>
    <p:sldId id="275" r:id="rId11"/>
    <p:sldId id="283" r:id="rId12"/>
    <p:sldId id="284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42B4"/>
    <a:srgbClr val="28A543"/>
    <a:srgbClr val="28A643"/>
    <a:srgbClr val="7EA592"/>
    <a:srgbClr val="B0CBDE"/>
    <a:srgbClr val="CCCCCC"/>
    <a:srgbClr val="1D1B17"/>
    <a:srgbClr val="A52422"/>
    <a:srgbClr val="EBF0E9"/>
    <a:srgbClr val="5125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1F795-0107-4787-A862-2A637955B577}" v="26" dt="2024-10-27T10:42:26.011"/>
    <p1510:client id="{19122F16-E5E1-4966-9415-898199D89053}" v="190" dt="2024-10-26T22:58:29.961"/>
    <p1510:client id="{1CDB7447-F7E2-4422-A00C-2E40506B349C}" v="309" dt="2024-10-27T10:33:37.129"/>
    <p1510:client id="{332CEA02-F683-4DCF-9ED8-D44F887F2634}" v="114" dt="2024-10-27T09:00:35.247"/>
    <p1510:client id="{419E4663-D79B-4EBD-843A-0AA1B8EEF327}" v="566" dt="2024-10-27T08:21:48.269"/>
    <p1510:client id="{95E577CF-1CDF-458C-AB06-730556DC0C5A}" v="382" dt="2024-10-26T22:25:17.202"/>
    <p1510:client id="{ADFBD9EF-9946-4DEB-8067-76BD5E145EB1}" v="4" dt="2024-10-27T07:19:58.457"/>
    <p1510:client id="{C8099909-C380-4DBE-9D34-3845BA249FFF}" v="236" dt="2024-10-27T08:07:25.694"/>
    <p1510:client id="{D54D1B99-B235-4A54-B43A-0384828D307B}" v="347" dt="2024-10-26T13:54:02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Svetlý štýl 1 - zvýrazneni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Upravte štýl predlohy podnadpisov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20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502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970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661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72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659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29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0876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317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0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6898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E55F0-49D3-47F0-9F7C-B48EBAF4ED8F}" type="datetimeFigureOut">
              <a:rPr lang="sk-SK" smtClean="0"/>
              <a:t>27. 10. 2024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524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cobx/future-roo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 descr="Future Roots logo tree city">
            <a:extLst>
              <a:ext uri="{FF2B5EF4-FFF2-40B4-BE49-F238E27FC236}">
                <a16:creationId xmlns:a16="http://schemas.microsoft.com/office/drawing/2014/main" id="{1FBC4F41-2872-04A5-37B3-AB0348DC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" y="0"/>
            <a:ext cx="12186851" cy="6960972"/>
          </a:xfrm>
          <a:prstGeom prst="rect">
            <a:avLst/>
          </a:prstGeom>
        </p:spPr>
      </p:pic>
      <p:sp>
        <p:nvSpPr>
          <p:cNvPr id="8" name="Obdĺžnik 7">
            <a:extLst>
              <a:ext uri="{FF2B5EF4-FFF2-40B4-BE49-F238E27FC236}">
                <a16:creationId xmlns:a16="http://schemas.microsoft.com/office/drawing/2014/main" id="{B84D747D-7BBE-143F-1DD7-832E51A3FA9D}"/>
              </a:ext>
            </a:extLst>
          </p:cNvPr>
          <p:cNvSpPr/>
          <p:nvPr/>
        </p:nvSpPr>
        <p:spPr>
          <a:xfrm>
            <a:off x="4002499" y="3972740"/>
            <a:ext cx="4047136" cy="684442"/>
          </a:xfrm>
          <a:prstGeom prst="rect">
            <a:avLst/>
          </a:prstGeom>
          <a:solidFill>
            <a:srgbClr val="051417"/>
          </a:solidFill>
          <a:ln>
            <a:solidFill>
              <a:srgbClr val="051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DCD71BA1-46D2-1807-710E-9C86FA364C84}"/>
              </a:ext>
            </a:extLst>
          </p:cNvPr>
          <p:cNvSpPr txBox="1"/>
          <p:nvPr/>
        </p:nvSpPr>
        <p:spPr>
          <a:xfrm>
            <a:off x="3994518" y="3978503"/>
            <a:ext cx="42369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4400" b="1" dirty="0">
                <a:solidFill>
                  <a:schemeClr val="bg1"/>
                </a:solidFill>
              </a:rPr>
              <a:t>FUTURE ROOTS</a:t>
            </a:r>
          </a:p>
        </p:txBody>
      </p:sp>
    </p:spTree>
    <p:extLst>
      <p:ext uri="{BB962C8B-B14F-4D97-AF65-F5344CB8AC3E}">
        <p14:creationId xmlns:p14="http://schemas.microsoft.com/office/powerpoint/2010/main" val="367655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Obrázok 2">
            <a:extLst>
              <a:ext uri="{FF2B5EF4-FFF2-40B4-BE49-F238E27FC236}">
                <a16:creationId xmlns:a16="http://schemas.microsoft.com/office/drawing/2014/main" id="{E09FECE6-0FBF-E26B-0071-D9C0F4A51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Obrázok 6" descr="Obrázok, na ktorom je náčrt, kresba, kreslený obrázok, silueta&#10;&#10;Automaticky generovaný popis">
            <a:extLst>
              <a:ext uri="{FF2B5EF4-FFF2-40B4-BE49-F238E27FC236}">
                <a16:creationId xmlns:a16="http://schemas.microsoft.com/office/drawing/2014/main" id="{DC9CE1D7-AD6E-C5C1-1E11-73F9115AF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34" y="930440"/>
            <a:ext cx="6396806" cy="2568081"/>
          </a:xfrm>
          <a:prstGeom prst="rect">
            <a:avLst/>
          </a:prstGeom>
          <a:ln>
            <a:noFill/>
          </a:ln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C2CFEB57-C48A-F991-C32B-0A2389F76D3A}"/>
              </a:ext>
            </a:extLst>
          </p:cNvPr>
          <p:cNvSpPr txBox="1"/>
          <p:nvPr/>
        </p:nvSpPr>
        <p:spPr>
          <a:xfrm>
            <a:off x="7446725" y="1336785"/>
            <a:ext cx="446354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5400" b="1" dirty="0"/>
              <a:t>4236 </a:t>
            </a:r>
            <a:r>
              <a:rPr lang="sk-SK" sz="5400" b="1" dirty="0" err="1"/>
              <a:t>trees</a:t>
            </a:r>
            <a:r>
              <a:rPr lang="sk-SK" sz="5400" b="1" dirty="0"/>
              <a:t> </a:t>
            </a:r>
            <a:r>
              <a:rPr lang="sk-SK" sz="5400" b="1" dirty="0" err="1"/>
              <a:t>planted</a:t>
            </a:r>
          </a:p>
        </p:txBody>
      </p:sp>
      <p:pic>
        <p:nvPicPr>
          <p:cNvPr id="12" name="Grafický objekt 11" descr="Hodiny výplň plnou farbou">
            <a:extLst>
              <a:ext uri="{FF2B5EF4-FFF2-40B4-BE49-F238E27FC236}">
                <a16:creationId xmlns:a16="http://schemas.microsoft.com/office/drawing/2014/main" id="{6AB782D9-3CC5-459F-6696-FB57E3E83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175" y="4436269"/>
            <a:ext cx="1807368" cy="1807368"/>
          </a:xfrm>
          <a:prstGeom prst="rect">
            <a:avLst/>
          </a:prstGeom>
        </p:spPr>
      </p:pic>
      <p:sp>
        <p:nvSpPr>
          <p:cNvPr id="15" name="BlokTextu 14">
            <a:extLst>
              <a:ext uri="{FF2B5EF4-FFF2-40B4-BE49-F238E27FC236}">
                <a16:creationId xmlns:a16="http://schemas.microsoft.com/office/drawing/2014/main" id="{751E835E-FC62-0E88-C7C6-07FF676C3384}"/>
              </a:ext>
            </a:extLst>
          </p:cNvPr>
          <p:cNvSpPr txBox="1"/>
          <p:nvPr/>
        </p:nvSpPr>
        <p:spPr>
          <a:xfrm>
            <a:off x="3052248" y="4877702"/>
            <a:ext cx="27988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/>
              <a:t>5 hours</a:t>
            </a:r>
          </a:p>
        </p:txBody>
      </p:sp>
    </p:spTree>
    <p:extLst>
      <p:ext uri="{BB962C8B-B14F-4D97-AF65-F5344CB8AC3E}">
        <p14:creationId xmlns:p14="http://schemas.microsoft.com/office/powerpoint/2010/main" val="123682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69E530AB-4FAF-57EC-B231-38D739223DEB}"/>
              </a:ext>
            </a:extLst>
          </p:cNvPr>
          <p:cNvSpPr txBox="1"/>
          <p:nvPr/>
        </p:nvSpPr>
        <p:spPr>
          <a:xfrm>
            <a:off x="3738199" y="223216"/>
            <a:ext cx="47127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4000" err="1"/>
              <a:t>Areas</a:t>
            </a:r>
            <a:r>
              <a:rPr lang="sk-SK" sz="4000" dirty="0"/>
              <a:t> to </a:t>
            </a:r>
            <a:r>
              <a:rPr lang="sk-SK" sz="4000" err="1"/>
              <a:t>plant</a:t>
            </a:r>
            <a:r>
              <a:rPr lang="sk-SK" sz="4000" dirty="0"/>
              <a:t> </a:t>
            </a:r>
            <a:r>
              <a:rPr lang="sk-SK" sz="4000" err="1"/>
              <a:t>trees</a:t>
            </a:r>
            <a:endParaRPr lang="sk-SK" sz="3200"/>
          </a:p>
        </p:txBody>
      </p:sp>
      <p:pic>
        <p:nvPicPr>
          <p:cNvPr id="3" name="Obrázok 2" descr="Obrázok, na ktorom je mapa, text, atlas&#10;&#10;Automaticky generovaný popis">
            <a:extLst>
              <a:ext uri="{FF2B5EF4-FFF2-40B4-BE49-F238E27FC236}">
                <a16:creationId xmlns:a16="http://schemas.microsoft.com/office/drawing/2014/main" id="{2896EB1A-10CA-B2EA-D4A8-26F07AAA4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67" y="820316"/>
            <a:ext cx="10132218" cy="603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7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508" y="567868"/>
            <a:ext cx="7441099" cy="174584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4800" dirty="0">
                <a:solidFill>
                  <a:schemeClr val="tx2"/>
                </a:solidFill>
              </a:rPr>
              <a:t>Green areas are restricted by  infrastructure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Obrázok 4" descr="Obrázok, na ktorom je plán, text, mapa, štvorec&#10;&#10;Automaticky generovaný popis">
            <a:extLst>
              <a:ext uri="{FF2B5EF4-FFF2-40B4-BE49-F238E27FC236}">
                <a16:creationId xmlns:a16="http://schemas.microsoft.com/office/drawing/2014/main" id="{63F6591B-4347-0DA6-CB32-38A274A03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61" y="3028389"/>
            <a:ext cx="6524985" cy="2821440"/>
          </a:xfrm>
          <a:prstGeom prst="rect">
            <a:avLst/>
          </a:prstGeom>
        </p:spPr>
      </p:pic>
      <p:pic>
        <p:nvPicPr>
          <p:cNvPr id="3" name="Obrázok 2" descr="Obrázok, na ktorom je plán, text, mapa, štvorec&#10;&#10;Automaticky generovaný popis">
            <a:extLst>
              <a:ext uri="{FF2B5EF4-FFF2-40B4-BE49-F238E27FC236}">
                <a16:creationId xmlns:a16="http://schemas.microsoft.com/office/drawing/2014/main" id="{53B7B5C3-48E2-EA9F-A7C0-BA47665BE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945" y="3025379"/>
            <a:ext cx="6524624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8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695" y="567868"/>
            <a:ext cx="7441099" cy="174584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4800" dirty="0">
                <a:solidFill>
                  <a:schemeClr val="tx2"/>
                </a:solidFill>
              </a:rPr>
              <a:t>Green areas are restricted by  infrastructure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fický objekt 3" descr="Elektrický stožiar výplň plnou farbou">
            <a:extLst>
              <a:ext uri="{FF2B5EF4-FFF2-40B4-BE49-F238E27FC236}">
                <a16:creationId xmlns:a16="http://schemas.microsoft.com/office/drawing/2014/main" id="{9B27E457-6A47-6D82-7367-A697E2F24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5825" y="3276098"/>
            <a:ext cx="990628" cy="961576"/>
          </a:xfrm>
          <a:prstGeom prst="rect">
            <a:avLst/>
          </a:prstGeom>
        </p:spPr>
      </p:pic>
      <p:pic>
        <p:nvPicPr>
          <p:cNvPr id="9" name="Grafický objekt 8" descr="Scéna lesa výplň plnou farbou">
            <a:extLst>
              <a:ext uri="{FF2B5EF4-FFF2-40B4-BE49-F238E27FC236}">
                <a16:creationId xmlns:a16="http://schemas.microsoft.com/office/drawing/2014/main" id="{1D8214D4-7CA7-B64C-FDED-6DAD87717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6918" y="4610227"/>
            <a:ext cx="1070478" cy="971735"/>
          </a:xfrm>
          <a:prstGeom prst="rect">
            <a:avLst/>
          </a:prstGeom>
        </p:spPr>
      </p:pic>
      <p:pic>
        <p:nvPicPr>
          <p:cNvPr id="11" name="Grafický objekt 10" descr="Dom výplň plnou farbou">
            <a:extLst>
              <a:ext uri="{FF2B5EF4-FFF2-40B4-BE49-F238E27FC236}">
                <a16:creationId xmlns:a16="http://schemas.microsoft.com/office/drawing/2014/main" id="{FB0701EB-7DDB-33DD-0979-A7C0681577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343" y="3277751"/>
            <a:ext cx="1227641" cy="1088260"/>
          </a:xfrm>
          <a:prstGeom prst="rect">
            <a:avLst/>
          </a:prstGeom>
        </p:spPr>
      </p:pic>
      <p:pic>
        <p:nvPicPr>
          <p:cNvPr id="13" name="Grafický objekt 12" descr="Rozdvojujúca sa cesta výplň plnou farbou">
            <a:extLst>
              <a:ext uri="{FF2B5EF4-FFF2-40B4-BE49-F238E27FC236}">
                <a16:creationId xmlns:a16="http://schemas.microsoft.com/office/drawing/2014/main" id="{9749820E-A8A3-E0D1-13CD-F1B2A37E16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8297" y="4615063"/>
            <a:ext cx="1072225" cy="1060319"/>
          </a:xfrm>
          <a:prstGeom prst="rect">
            <a:avLst/>
          </a:prstGeom>
        </p:spPr>
      </p:pic>
      <p:pic>
        <p:nvPicPr>
          <p:cNvPr id="4" name="Obrázok 3" descr="Obrázok, na ktorom je snímka obrazovky, dizajn&#10;&#10;Automaticky generovaný popis">
            <a:extLst>
              <a:ext uri="{FF2B5EF4-FFF2-40B4-BE49-F238E27FC236}">
                <a16:creationId xmlns:a16="http://schemas.microsoft.com/office/drawing/2014/main" id="{19DCC080-2BFF-48C1-3170-F8E29F4CC2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0192" y="3028314"/>
            <a:ext cx="6517321" cy="2819559"/>
          </a:xfrm>
          <a:prstGeom prst="rect">
            <a:avLst/>
          </a:prstGeom>
        </p:spPr>
      </p:pic>
      <p:pic>
        <p:nvPicPr>
          <p:cNvPr id="3" name="Obrázok 2" descr="Obrázok, na ktorom je mapa, plán, snímka obrazovky&#10;&#10;Automaticky generovaný popis">
            <a:extLst>
              <a:ext uri="{FF2B5EF4-FFF2-40B4-BE49-F238E27FC236}">
                <a16:creationId xmlns:a16="http://schemas.microsoft.com/office/drawing/2014/main" id="{04214820-2CBF-57D0-F9D0-E5E4FB0576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1898" y="3021352"/>
            <a:ext cx="6488906" cy="283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5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539" y="377368"/>
            <a:ext cx="7441099" cy="174584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4800" dirty="0">
                <a:solidFill>
                  <a:schemeClr val="tx2"/>
                </a:solidFill>
              </a:rPr>
              <a:t>User can order by area size</a:t>
            </a:r>
            <a:endParaRPr lang="sk-SK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map of a city&#10;&#10;Description automatically generated">
            <a:extLst>
              <a:ext uri="{FF2B5EF4-FFF2-40B4-BE49-F238E27FC236}">
                <a16:creationId xmlns:a16="http://schemas.microsoft.com/office/drawing/2014/main" id="{9A8482DC-E354-9B53-DDDA-07A97CC57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278" y="1805448"/>
            <a:ext cx="8003458" cy="450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34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ok 12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8572B8FE-F0E4-2D15-2254-42D5BD9F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6" y="814983"/>
            <a:ext cx="4124531" cy="5829299"/>
          </a:xfrm>
          <a:prstGeom prst="rect">
            <a:avLst/>
          </a:prstGeom>
        </p:spPr>
      </p:pic>
      <p:pic>
        <p:nvPicPr>
          <p:cNvPr id="7" name="Grafický objekt 6" descr="Ozubené kolieska výplň plnou farbou">
            <a:extLst>
              <a:ext uri="{FF2B5EF4-FFF2-40B4-BE49-F238E27FC236}">
                <a16:creationId xmlns:a16="http://schemas.microsoft.com/office/drawing/2014/main" id="{9AE25791-B507-AB2C-C5A5-74A9A6470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3722" y="2528694"/>
            <a:ext cx="2323521" cy="2407508"/>
          </a:xfrm>
          <a:prstGeom prst="rect">
            <a:avLst/>
          </a:prstGeom>
        </p:spPr>
      </p:pic>
      <p:sp>
        <p:nvSpPr>
          <p:cNvPr id="10" name="Šípka: doprava 9">
            <a:extLst>
              <a:ext uri="{FF2B5EF4-FFF2-40B4-BE49-F238E27FC236}">
                <a16:creationId xmlns:a16="http://schemas.microsoft.com/office/drawing/2014/main" id="{F31F44EF-4E08-B1F1-175B-5F2949B6802A}"/>
              </a:ext>
            </a:extLst>
          </p:cNvPr>
          <p:cNvSpPr/>
          <p:nvPr/>
        </p:nvSpPr>
        <p:spPr>
          <a:xfrm>
            <a:off x="4704764" y="3312008"/>
            <a:ext cx="773717" cy="565408"/>
          </a:xfrm>
          <a:prstGeom prst="rightArrow">
            <a:avLst/>
          </a:prstGeom>
          <a:solidFill>
            <a:srgbClr val="28A643"/>
          </a:solidFill>
          <a:ln>
            <a:solidFill>
              <a:srgbClr val="28A5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Šípka: doprava 13">
            <a:extLst>
              <a:ext uri="{FF2B5EF4-FFF2-40B4-BE49-F238E27FC236}">
                <a16:creationId xmlns:a16="http://schemas.microsoft.com/office/drawing/2014/main" id="{3FF642F4-ECE6-87B4-ECE0-5F65920B8715}"/>
              </a:ext>
            </a:extLst>
          </p:cNvPr>
          <p:cNvSpPr/>
          <p:nvPr/>
        </p:nvSpPr>
        <p:spPr>
          <a:xfrm rot="19200000">
            <a:off x="7455107" y="2323789"/>
            <a:ext cx="1416654" cy="410627"/>
          </a:xfrm>
          <a:prstGeom prst="rightArrow">
            <a:avLst/>
          </a:prstGeom>
          <a:solidFill>
            <a:srgbClr val="28A643"/>
          </a:solidFill>
          <a:ln>
            <a:solidFill>
              <a:srgbClr val="28A5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5" name="Šípka: doprava 14">
            <a:extLst>
              <a:ext uri="{FF2B5EF4-FFF2-40B4-BE49-F238E27FC236}">
                <a16:creationId xmlns:a16="http://schemas.microsoft.com/office/drawing/2014/main" id="{4BED6131-EDBF-B38F-E8EA-22BE0A2B9014}"/>
              </a:ext>
            </a:extLst>
          </p:cNvPr>
          <p:cNvSpPr/>
          <p:nvPr/>
        </p:nvSpPr>
        <p:spPr>
          <a:xfrm rot="2400000">
            <a:off x="7455107" y="4550258"/>
            <a:ext cx="1416654" cy="410627"/>
          </a:xfrm>
          <a:prstGeom prst="rightArrow">
            <a:avLst/>
          </a:prstGeom>
          <a:solidFill>
            <a:srgbClr val="28A643"/>
          </a:solidFill>
          <a:ln>
            <a:solidFill>
              <a:srgbClr val="28A5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2" name="Obrázok 1" descr="ArcGIS - Wikipedia">
            <a:extLst>
              <a:ext uri="{FF2B5EF4-FFF2-40B4-BE49-F238E27FC236}">
                <a16:creationId xmlns:a16="http://schemas.microsoft.com/office/drawing/2014/main" id="{7E5E39CD-6A93-BF77-3A2E-12034060B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 flipH="1" flipV="1">
            <a:off x="9301638" y="562451"/>
            <a:ext cx="2220754" cy="2292191"/>
          </a:xfrm>
          <a:prstGeom prst="rect">
            <a:avLst/>
          </a:prstGeom>
        </p:spPr>
      </p:pic>
      <p:pic>
        <p:nvPicPr>
          <p:cNvPr id="4" name="Obrázok 3" descr="Obrázok, na ktorom je mapa, text, atlas&#10;&#10;Automaticky generovaný popis">
            <a:extLst>
              <a:ext uri="{FF2B5EF4-FFF2-40B4-BE49-F238E27FC236}">
                <a16:creationId xmlns:a16="http://schemas.microsoft.com/office/drawing/2014/main" id="{232B4CB5-6FA3-327D-54B0-E37423FE8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5383" y="3998202"/>
            <a:ext cx="2859757" cy="191182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318095E0-3F0F-339A-14C5-C29EE7AD202F}"/>
              </a:ext>
            </a:extLst>
          </p:cNvPr>
          <p:cNvSpPr txBox="1"/>
          <p:nvPr/>
        </p:nvSpPr>
        <p:spPr>
          <a:xfrm>
            <a:off x="8989996" y="5895070"/>
            <a:ext cx="29550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800" err="1"/>
              <a:t>Custom</a:t>
            </a:r>
            <a:r>
              <a:rPr lang="sk-SK" sz="2800" dirty="0"/>
              <a:t> web </a:t>
            </a:r>
            <a:r>
              <a:rPr lang="sk-SK" sz="2800" err="1"/>
              <a:t>app</a:t>
            </a:r>
            <a:endParaRPr lang="sk-SK" sz="2800"/>
          </a:p>
        </p:txBody>
      </p:sp>
    </p:spTree>
    <p:extLst>
      <p:ext uri="{BB962C8B-B14F-4D97-AF65-F5344CB8AC3E}">
        <p14:creationId xmlns:p14="http://schemas.microsoft.com/office/powerpoint/2010/main" val="144927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 descr="Future Roots logo tree city">
            <a:extLst>
              <a:ext uri="{FF2B5EF4-FFF2-40B4-BE49-F238E27FC236}">
                <a16:creationId xmlns:a16="http://schemas.microsoft.com/office/drawing/2014/main" id="{1FBC4F41-2872-04A5-37B3-AB0348DC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" y="0"/>
            <a:ext cx="12186851" cy="6960972"/>
          </a:xfrm>
          <a:prstGeom prst="rect">
            <a:avLst/>
          </a:prstGeom>
        </p:spPr>
      </p:pic>
      <p:sp>
        <p:nvSpPr>
          <p:cNvPr id="8" name="Obdĺžnik 7">
            <a:extLst>
              <a:ext uri="{FF2B5EF4-FFF2-40B4-BE49-F238E27FC236}">
                <a16:creationId xmlns:a16="http://schemas.microsoft.com/office/drawing/2014/main" id="{B84D747D-7BBE-143F-1DD7-832E51A3FA9D}"/>
              </a:ext>
            </a:extLst>
          </p:cNvPr>
          <p:cNvSpPr/>
          <p:nvPr/>
        </p:nvSpPr>
        <p:spPr>
          <a:xfrm>
            <a:off x="4002499" y="3972740"/>
            <a:ext cx="4047136" cy="684442"/>
          </a:xfrm>
          <a:prstGeom prst="rect">
            <a:avLst/>
          </a:prstGeom>
          <a:solidFill>
            <a:srgbClr val="051417"/>
          </a:solidFill>
          <a:ln>
            <a:solidFill>
              <a:srgbClr val="051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DCD71BA1-46D2-1807-710E-9C86FA364C84}"/>
              </a:ext>
            </a:extLst>
          </p:cNvPr>
          <p:cNvSpPr txBox="1"/>
          <p:nvPr/>
        </p:nvSpPr>
        <p:spPr>
          <a:xfrm>
            <a:off x="3994518" y="3978503"/>
            <a:ext cx="42369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4400" b="1" dirty="0">
                <a:solidFill>
                  <a:schemeClr val="bg1"/>
                </a:solidFill>
              </a:rPr>
              <a:t>FUTURE ROOTS</a:t>
            </a:r>
          </a:p>
        </p:txBody>
      </p:sp>
    </p:spTree>
    <p:extLst>
      <p:ext uri="{BB962C8B-B14F-4D97-AF65-F5344CB8AC3E}">
        <p14:creationId xmlns:p14="http://schemas.microsoft.com/office/powerpoint/2010/main" val="384612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888" y="3057239"/>
            <a:ext cx="3837047" cy="73670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</a:rPr>
              <a:t>Appendix 1: Application sequence diagram</a:t>
            </a:r>
            <a:endParaRPr lang="sk-SK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Obrázok 2" descr="Obrázok, na ktorom je text, diagram, rovnobežný, plán&#10;&#10;Automaticky generovaný popis">
            <a:extLst>
              <a:ext uri="{FF2B5EF4-FFF2-40B4-BE49-F238E27FC236}">
                <a16:creationId xmlns:a16="http://schemas.microsoft.com/office/drawing/2014/main" id="{C6E7F440-DBD8-0EC1-E750-2E2C8340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307" y="169069"/>
            <a:ext cx="4970962" cy="668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4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460" y="983647"/>
            <a:ext cx="6468328" cy="73670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/>
              <a:t>Appendix 2: Used data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uľka 2">
            <a:extLst>
              <a:ext uri="{FF2B5EF4-FFF2-40B4-BE49-F238E27FC236}">
                <a16:creationId xmlns:a16="http://schemas.microsoft.com/office/drawing/2014/main" id="{127B0EAA-723B-A0B8-452F-B32A3DE9F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17855"/>
              </p:ext>
            </p:extLst>
          </p:nvPr>
        </p:nvGraphicFramePr>
        <p:xfrm>
          <a:off x="3375317" y="2434418"/>
          <a:ext cx="7900656" cy="375819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726145">
                  <a:extLst>
                    <a:ext uri="{9D8B030D-6E8A-4147-A177-3AD203B41FA5}">
                      <a16:colId xmlns:a16="http://schemas.microsoft.com/office/drawing/2014/main" val="1940329764"/>
                    </a:ext>
                  </a:extLst>
                </a:gridCol>
                <a:gridCol w="3174511">
                  <a:extLst>
                    <a:ext uri="{9D8B030D-6E8A-4147-A177-3AD203B41FA5}">
                      <a16:colId xmlns:a16="http://schemas.microsoft.com/office/drawing/2014/main" val="878486318"/>
                    </a:ext>
                  </a:extLst>
                </a:gridCol>
              </a:tblGrid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Data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 err="1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12744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Buildings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 err="1"/>
                        <a:t>European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Inspire</a:t>
                      </a:r>
                      <a:r>
                        <a:rPr lang="sk-SK" dirty="0"/>
                        <a:t>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20142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Roads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European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Inspire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Project</a:t>
                      </a:r>
                      <a:endParaRPr lang="sk-S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532778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Sidewalks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OpenSourceMap</a:t>
                      </a:r>
                      <a:endParaRPr lang="sk-SK" dirty="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533771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City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properties</a:t>
                      </a:r>
                      <a:endParaRPr lang="sk-SK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City </a:t>
                      </a:r>
                      <a:r>
                        <a:rPr lang="sk-SK" dirty="0" err="1"/>
                        <a:t>data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247898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City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data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provided</a:t>
                      </a:r>
                      <a:endParaRPr lang="sk-SK" dirty="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389939"/>
                  </a:ext>
                </a:extLst>
              </a:tr>
              <a:tr h="406257">
                <a:tc>
                  <a:txBody>
                    <a:bodyPr/>
                    <a:lstStyle/>
                    <a:p>
                      <a:r>
                        <a:rPr lang="sk-SK" dirty="0" err="1"/>
                        <a:t>Green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City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data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provided</a:t>
                      </a:r>
                      <a:endParaRPr lang="sk-SK" dirty="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878879"/>
                  </a:ext>
                </a:extLst>
              </a:tr>
              <a:tr h="7109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Utilities</a:t>
                      </a:r>
                      <a:endParaRPr lang="sk-SK" sz="1800" b="0" i="0" u="none" strike="noStrike" noProof="0" dirty="0" err="1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(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collectors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,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product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pipelines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, 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electricity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,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water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pipelines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,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telecommunications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City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data</a:t>
                      </a:r>
                      <a:r>
                        <a:rPr lang="sk-SK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sk-SK" sz="18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provided</a:t>
                      </a:r>
                      <a:endParaRPr lang="sk-SK" dirty="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219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19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1" y="983647"/>
            <a:ext cx="7611327" cy="73670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/>
              <a:t>Appendix 3: Task status message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Obrázok 3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D1759701-08D5-7969-BEEF-6EB60388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79" y="1847850"/>
            <a:ext cx="5806916" cy="478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31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CBEDD2-3D35-4319-8968-3EC3B7702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106ED-0017-48D8-8BEE-8CE02272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305560-F76F-BBFA-04E3-07CAE2A3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1" y="983647"/>
            <a:ext cx="7611327" cy="73670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/>
              <a:t>Appendix 4: Code repository link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A0FD-813C-451C-AE23-125FEE88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832880" cy="287613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15559-EF5F-416E-A50C-95FF9B63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10B3EC-094F-49A9-A2D2-63B1EDC66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0E3061-A38C-4474-80BA-6B9782395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D04B60-C0AA-40C2-A246-C29A1DD4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BlokTextu 2">
            <a:extLst>
              <a:ext uri="{FF2B5EF4-FFF2-40B4-BE49-F238E27FC236}">
                <a16:creationId xmlns:a16="http://schemas.microsoft.com/office/drawing/2014/main" id="{0D80F5DE-334D-C15D-E6C1-A01395D6DA81}"/>
              </a:ext>
            </a:extLst>
          </p:cNvPr>
          <p:cNvSpPr txBox="1"/>
          <p:nvPr/>
        </p:nvSpPr>
        <p:spPr>
          <a:xfrm>
            <a:off x="4498182" y="2105025"/>
            <a:ext cx="6565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Slack-Lato"/>
                <a:hlinkClick r:id="rId2"/>
              </a:rPr>
              <a:t>https://github.com/icobx/future-roots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50231403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Slack-Lato</vt:lpstr>
      <vt:lpstr>Motív Office</vt:lpstr>
      <vt:lpstr>PowerPoint Presentation</vt:lpstr>
      <vt:lpstr>PowerPoint Presentation</vt:lpstr>
      <vt:lpstr>PowerPoint Presentation</vt:lpstr>
      <vt:lpstr>Green areas are restricted by  infrastructure</vt:lpstr>
      <vt:lpstr>Green areas are restricted by  infrastructure</vt:lpstr>
      <vt:lpstr>User can order by area size</vt:lpstr>
      <vt:lpstr>PowerPoint Presentation</vt:lpstr>
      <vt:lpstr>PowerPoint Presentation</vt:lpstr>
      <vt:lpstr>Appendix 1: Application sequence diagram</vt:lpstr>
      <vt:lpstr>Appendix 2: Used data</vt:lpstr>
      <vt:lpstr>Appendix 3: Task status message</vt:lpstr>
      <vt:lpstr>Appendix 4: Code repository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Jakub Fodor</cp:lastModifiedBy>
  <cp:revision>701</cp:revision>
  <dcterms:created xsi:type="dcterms:W3CDTF">2024-10-26T13:18:09Z</dcterms:created>
  <dcterms:modified xsi:type="dcterms:W3CDTF">2024-10-27T11:00:09Z</dcterms:modified>
</cp:coreProperties>
</file>